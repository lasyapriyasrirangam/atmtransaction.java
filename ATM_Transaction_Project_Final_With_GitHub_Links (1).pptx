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unnamramya" TargetMode="External"/><Relationship Id="rId3" Type="http://schemas.openxmlformats.org/officeDocument/2006/relationships/hyperlink" Target="https://github.com/LasyaPriyaSriranga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91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685800" cy="54864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D3C2"/>
                </a:solidFill>
                <a:latin typeface="Aptos"/>
              </a:rPr>
              <a:t>PSPJ • JAVA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76072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4F8FC"/>
                </a:solidFill>
                <a:latin typeface="Aptos"/>
              </a:rPr>
              <a:t>ATM
TRANSACTION
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5394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AEBED0"/>
                </a:solidFill>
                <a:latin typeface="Aptos"/>
              </a:rPr>
              <a:t>A console-based Java simulation for secure PIN access,
balance enquiry and cash withdrawal.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166360"/>
            <a:ext cx="2240280" cy="292608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5207508"/>
            <a:ext cx="20939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D3C2"/>
                </a:solidFill>
                <a:latin typeface="Aptos"/>
              </a:rPr>
              <a:t>JAVA • ARRAYS •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06440"/>
            <a:ext cx="5760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Team No: ________     Name / Roll No: 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23620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EBED0"/>
                </a:solidFill>
                <a:latin typeface="Aptos"/>
              </a:rPr>
              <a:t>Date: ______________</a:t>
            </a:r>
          </a:p>
        </p:txBody>
      </p:sp>
      <p:pic>
        <p:nvPicPr>
          <p:cNvPr id="11" name="Picture 10" descr="atm_visual_0.jpg"/>
          <p:cNvPicPr>
            <a:picLocks noChangeAspect="1"/>
          </p:cNvPicPr>
          <p:nvPr/>
        </p:nvPicPr>
        <p:blipFill>
          <a:blip r:embed="rId2"/>
          <a:srcRect t="1084" b="1084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0" y="0"/>
            <a:ext cx="164592" cy="6858000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02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486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4F8FC"/>
                </a:solidFill>
                <a:latin typeface="Aptos"/>
              </a:rPr>
              <a:t>This project models the basic flow of an ATM session using Java.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486400" cy="310896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Authenticates the user with a PIN.</a:t>
            </a:r>
          </a:p>
          <a:p>
            <a:pPr>
              <a:spcAft>
                <a:spcPts val="8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Allows balance enquiry and cash withdrawal.</a:t>
            </a:r>
          </a:p>
          <a:p>
            <a:pPr>
              <a:spcAft>
                <a:spcPts val="8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Validates withdrawal amount and available balance.</a:t>
            </a:r>
          </a:p>
          <a:p>
            <a:pPr>
              <a:spcAft>
                <a:spcPts val="8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Calculates banknote denominations for dispensing.</a:t>
            </a:r>
          </a:p>
          <a:p>
            <a:pPr>
              <a:spcAft>
                <a:spcPts val="8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Displays a simple transaction history.</a:t>
            </a:r>
          </a:p>
        </p:txBody>
      </p:sp>
      <p:pic>
        <p:nvPicPr>
          <p:cNvPr id="8" name="Picture 7" descr="atm_visual_1.jpg"/>
          <p:cNvPicPr>
            <a:picLocks noChangeAspect="1"/>
          </p:cNvPicPr>
          <p:nvPr/>
        </p:nvPicPr>
        <p:blipFill>
          <a:blip r:embed="rId2"/>
          <a:srcRect l="7258" r="7258"/>
          <a:stretch>
            <a:fillRect/>
          </a:stretch>
        </p:blipFill>
        <p:spPr>
          <a:xfrm>
            <a:off x="6629400" y="1691640"/>
            <a:ext cx="484632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BF70"/>
                </a:solidFill>
                <a:latin typeface="Aptos"/>
              </a:rPr>
              <a:t>Educational simulation only — not connected to a real bank or ATM.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Understanding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Inputs → processing →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03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83280" cy="20574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D3C2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8346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4F8FC"/>
                </a:solidFill>
                <a:latin typeface="Aptos"/>
              </a:rPr>
              <a:t>PIN, menu choice,
withdrawal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83280" cy="20574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D3C2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8346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4F8FC"/>
                </a:solidFill>
                <a:latin typeface="Aptos"/>
              </a:rPr>
              <a:t>Authenticate, validate,
calculate notes, update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383280" cy="20574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4884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D3C2"/>
                </a:solidFill>
                <a:latin typeface="Aptos"/>
              </a:rP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97480"/>
            <a:ext cx="28346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4F8FC"/>
                </a:solidFill>
                <a:latin typeface="Aptos"/>
              </a:rPr>
              <a:t>Balance, denial message,
note breakdown,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4F8FC"/>
                </a:solidFill>
                <a:latin typeface="Aptos"/>
              </a:rPr>
              <a:t>Rules 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10698480" cy="128016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Three incorrect PIN attempts block the session.</a:t>
            </a:r>
          </a:p>
          <a:p>
            <a:pPr>
              <a:spcAft>
                <a:spcPts val="3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Withdrawal must be positive, ≤ ₹20,000, within balance and in multiples of ₹100.</a:t>
            </a:r>
          </a:p>
          <a:p>
            <a:pPr>
              <a:spcAft>
                <a:spcPts val="3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Successful withdrawal reduces the displayed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CO1 • Problem-Solving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Breaking the ATM task into clear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04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305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Read PIN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075688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1305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Verify PIN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075688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305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Show menu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75887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307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Validate choice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74720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675887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7307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Process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74720"/>
            <a:ext cx="3337560" cy="10972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675887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3D3C2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30752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Display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AEBED0"/>
                </a:solidFill>
                <a:latin typeface="Aptos"/>
              </a:rPr>
              <a:t>The program follows a logical sequence: input → decision → action →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CO2 • Selection &amp;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Conditions and loops control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05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166360" cy="416052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D3C2"/>
                </a:solidFill>
                <a:latin typeface="Aptos"/>
              </a:rPr>
              <a:t>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526280" cy="283464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if / else checks whether the PIN is correct.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Withdrawal conditions reject invalid amounts.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Menu choices select balance, withdrawal, statement or exit.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166360" cy="416052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D3C2"/>
                </a:solidFill>
                <a:latin typeface="Aptos"/>
              </a:rPr>
              <a:t>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0320"/>
            <a:ext cx="4526280" cy="283464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while loop allows up to three PIN attempts.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Main menu repeats until the user chooses Exit.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for loop breaks the amount into available note denominations.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CO3 • Methods &amp; Arrays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Reusable logic and note denominations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06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532120" cy="43434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D3C2"/>
                </a:solidFill>
                <a:latin typeface="Aptos"/>
              </a:rPr>
              <a:t>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754880" cy="315468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authenticate(pin) — checks the PIN.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displayMenu() — prints available actions.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withdraw(amount, balance) — validates, dispenses and returns updated balance.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printStatement() — prints stored withdrawal amounts.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4846320" cy="43434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96596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D3C2"/>
                </a:solidFill>
                <a:latin typeface="Aptos"/>
              </a:rPr>
              <a:t>NOTE CALCULATION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06040"/>
            <a:ext cx="4114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>
                <a:solidFill>
                  <a:srgbClr val="F4F8FC"/>
                </a:solidFill>
                <a:latin typeface="Aptos"/>
              </a:rPr>
              <a:t>₹2,800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29000"/>
            <a:ext cx="4114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0">
                <a:solidFill>
                  <a:srgbClr val="AEBED0"/>
                </a:solidFill>
                <a:latin typeface="Aptos"/>
              </a:rPr>
              <a:t>₹2,000 × 1
₹500 × 1
₹200 × 1
₹100 ×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39496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E8BF70"/>
                </a:solidFill>
                <a:latin typeface="Aptos"/>
              </a:rPr>
              <a:t>NOTES = {2000, 500, 200, 100}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CO4 • Program Structure &amp;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Current design and improvement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07  /  12</a:t>
            </a:r>
          </a:p>
        </p:txBody>
      </p:sp>
      <p:pic>
        <p:nvPicPr>
          <p:cNvPr id="6" name="Picture 5" descr="atm_visual_3.jpg"/>
          <p:cNvPicPr>
            <a:picLocks noChangeAspect="1"/>
          </p:cNvPicPr>
          <p:nvPr/>
        </p:nvPicPr>
        <p:blipFill>
          <a:blip r:embed="rId2"/>
          <a:srcRect t="9574" b="9574"/>
          <a:stretch>
            <a:fillRect/>
          </a:stretch>
        </p:blipFill>
        <p:spPr>
          <a:xfrm>
            <a:off x="685800" y="1691640"/>
            <a:ext cx="429768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1783080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4F8FC"/>
                </a:solidFill>
                <a:latin typeface="Aptos"/>
              </a:rPr>
              <a:t>What the current code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377440"/>
            <a:ext cx="5852160" cy="196596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AtmTransaction class groups the program logic.</a:t>
            </a:r>
          </a:p>
          <a:p>
            <a:pPr>
              <a:spcAft>
                <a:spcPts val="6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Static methods share PIN, limit, denominations and history data.</a:t>
            </a:r>
          </a:p>
          <a:p>
            <a:pPr>
              <a:spcAft>
                <a:spcPts val="6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The balance is maintained during the current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526280"/>
            <a:ext cx="3840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707A"/>
                </a:solidFill>
                <a:latin typeface="Aptos"/>
              </a:rPr>
              <a:t>Important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937760"/>
            <a:ext cx="5943600" cy="100584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 PIN is hardcoded; no exception handling or persistent storage.</a:t>
            </a:r>
          </a:p>
          <a:p>
            <a:pPr>
              <a:spcAft>
                <a:spcPts val="3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 History array length is 3, but the guard checks &lt; 5 — fix before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CO5 • Data &amp; Console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How the user interacts with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08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623560" cy="429768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D3C2"/>
                </a:solidFill>
                <a:latin typeface="Aptos"/>
              </a:rPr>
              <a:t>SAMPLE CONSOLE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937760" cy="3017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4F8FC"/>
                </a:solidFill>
                <a:latin typeface="Consolas"/>
              </a:rPr>
              <a:t>Enter PIN: 1234
1.Balance 2.Withdraw 4.Statement 5.Exit
Choice: 2
Amount: 2800
Dispensing:
2000 x 1
500 x 1
200 x 1
100 x 1</a:t>
            </a:r>
          </a:p>
        </p:txBody>
      </p:sp>
      <p:pic>
        <p:nvPicPr>
          <p:cNvPr id="9" name="Picture 8" descr="atm_visual_2.jpg"/>
          <p:cNvPicPr>
            <a:picLocks noChangeAspect="1"/>
          </p:cNvPicPr>
          <p:nvPr/>
        </p:nvPicPr>
        <p:blipFill>
          <a:blip r:embed="rId2"/>
          <a:srcRect t="19221" b="19221"/>
          <a:stretch>
            <a:fillRect/>
          </a:stretch>
        </p:blipFill>
        <p:spPr>
          <a:xfrm>
            <a:off x="6766560" y="1737360"/>
            <a:ext cx="466344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The current version uses Scanner and console text; it does not read or write transaction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CO6 • Testing &amp; Data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Test cases for the 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09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621792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4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Correct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37944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D3C2"/>
                </a:solidFill>
                <a:latin typeface="Aptos"/>
              </a:rPr>
              <a:t>Access granted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96312"/>
            <a:ext cx="10698480" cy="621792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42616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3 wrong PINs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D3C2"/>
                </a:solidFill>
                <a:latin typeface="Aptos"/>
              </a:rPr>
              <a:t>Card 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00984"/>
            <a:ext cx="10698480" cy="621792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4728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Amount = 0 / &gt;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47288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D3C2"/>
                </a:solidFill>
                <a:latin typeface="Aptos"/>
              </a:rPr>
              <a:t>Denied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05656"/>
            <a:ext cx="10698480" cy="621792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Amount not multiple of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251960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D3C2"/>
                </a:solidFill>
                <a:latin typeface="Aptos"/>
              </a:rPr>
              <a:t>Denied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0328"/>
            <a:ext cx="10698480" cy="621792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56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Valid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056632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D3C2"/>
                </a:solidFill>
                <a:latin typeface="Aptos"/>
              </a:rPr>
              <a:t>Notes displayed; balance reduced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BF70"/>
                </a:solidFill>
                <a:latin typeface="Aptos"/>
              </a:rPr>
              <a:t>Advanced collections, streams and file handling are not implemented in this code; this slide records test behaviour and scope.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m_visual_0.jpg"/>
          <p:cNvPicPr>
            <a:picLocks noChangeAspect="1"/>
          </p:cNvPicPr>
          <p:nvPr/>
        </p:nvPicPr>
        <p:blipFill>
          <a:blip r:embed="rId2"/>
          <a:srcRect t="682" b="682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91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10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94960" cy="2651760"/>
          </a:xfrm>
          <a:prstGeom prst="rect">
            <a:avLst/>
          </a:prstGeom>
          <a:noFill/>
        </p:spPr>
        <p:txBody>
          <a:bodyPr wrap="square" lIns="45720" rIns="54864" tIns="27432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Implements a simple PIN-based ATM session.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Applies conditions, loops, methods and arrays.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Validates withdrawals and calculates note denominations.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Shows how small validation bugs can affect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3D3C2"/>
                </a:solidFill>
                <a:latin typeface="Aptos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53949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EBED0"/>
                </a:solidFill>
                <a:latin typeface="Aptos"/>
              </a:rPr>
              <a:t>Fix history bounds • Track cumulative daily withdrawals • Add exception handling • Store transactions securely • Replace hardcoded PIN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Program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11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108813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AEBED0"/>
                </a:solidFill>
                <a:latin typeface="Aptos"/>
              </a:rPr>
              <a:t>Sample console outputs for the main ATM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401568" cy="4315968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74519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23D3C2"/>
                </a:solidFill>
                <a:latin typeface="Aptos"/>
              </a:rPr>
              <a:t>01  PIN &amp; BALANCE</a:t>
            </a:r>
          </a:p>
        </p:txBody>
      </p:sp>
      <p:pic>
        <p:nvPicPr>
          <p:cNvPr id="9" name="Picture 8" descr="atm_output_pin_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267712"/>
            <a:ext cx="3108960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" y="4343400"/>
            <a:ext cx="3054096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Aptos"/>
              </a:rPr>
              <a:t>Shows PIN acceptance and balance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37360"/>
            <a:ext cx="3401568" cy="4315968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874519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23D3C2"/>
                </a:solidFill>
                <a:latin typeface="Aptos"/>
              </a:rPr>
              <a:t>02  WITHDRAWAL</a:t>
            </a:r>
          </a:p>
        </p:txBody>
      </p:sp>
      <p:pic>
        <p:nvPicPr>
          <p:cNvPr id="13" name="Picture 12" descr="atm_output_withdraw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267712"/>
            <a:ext cx="3108960" cy="1865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25112" y="4343400"/>
            <a:ext cx="3054096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Aptos"/>
              </a:rPr>
              <a:t>Shows note breakdown for ₹2,800.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737360"/>
            <a:ext cx="3401568" cy="4315968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1874519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23D3C2"/>
                </a:solidFill>
                <a:latin typeface="Aptos"/>
              </a:rPr>
              <a:t>03  STATEMENT</a:t>
            </a:r>
          </a:p>
        </p:txBody>
      </p:sp>
      <p:pic>
        <p:nvPicPr>
          <p:cNvPr id="17" name="Picture 16" descr="atm_output_statem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2267712"/>
            <a:ext cx="3108960" cy="1865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91271" y="4343400"/>
            <a:ext cx="3054096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Aptos"/>
              </a:rPr>
              <a:t>Shows saved withdrawal amounts.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44768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E8BF70"/>
                </a:solidFill>
                <a:latin typeface="Aptos"/>
              </a:rPr>
              <a:t>Note: these are illustrative sample outputs based on the provided Java code; replace with direct IDE screenshots if your evaluator requires actual execution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Geo-Tagged Photo &amp; GitHub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749808" cy="50292"/>
          </a:xfrm>
          <a:prstGeom prst="rect">
            <a:avLst/>
          </a:prstGeom>
          <a:solidFill>
            <a:srgbClr val="23D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EBED0"/>
                </a:solidFill>
                <a:latin typeface="Aptos"/>
              </a:rPr>
              <a:t>Final project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AEBED0"/>
                </a:solidFill>
                <a:latin typeface="Aptos"/>
              </a:rPr>
              <a:t>12  /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1148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D3C2"/>
                </a:solidFill>
                <a:latin typeface="Aptos"/>
              </a:rPr>
              <a:t>GEO-TAGGED PROJECT PHOTO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97480"/>
            <a:ext cx="4526280" cy="2057400"/>
          </a:xfrm>
          <a:prstGeom prst="roundRect">
            <a:avLst/>
          </a:prstGeom>
          <a:solidFill>
            <a:srgbClr val="0F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4069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AEBED0"/>
                </a:solidFill>
                <a:latin typeface="Aptos"/>
              </a:rPr>
              <a:t>Insert team / lab photo
with location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526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BF70"/>
                </a:solidFill>
                <a:latin typeface="Aptos"/>
              </a:rPr>
              <a:t>Use a real project-related photo; don't use a stock image as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120640" cy="4114800"/>
          </a:xfrm>
          <a:prstGeom prst="roundRect">
            <a:avLst/>
          </a:prstGeom>
          <a:solidFill>
            <a:srgbClr val="14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3D3C2"/>
                </a:solidFill>
                <a:latin typeface="Aptos"/>
              </a:rPr>
              <a:t>TEAM GITHUB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69080"/>
            <a:ext cx="42062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AEBED0"/>
                </a:solidFill>
                <a:latin typeface="Aptos"/>
              </a:rPr>
              <a:t>Add source code, README, test cases and screenshots.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74920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BF70"/>
                </a:solidFill>
                <a:latin typeface="Aptos"/>
              </a:rPr>
              <a:t>Verify the repository is public or accessible to your evaluator.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43891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4ABEEB"/>
                </a:solidFill>
                <a:latin typeface="Aptos"/>
                <a:hlinkClick r:id="rId2"/>
              </a:rPr>
              <a:t>github.com/unnamramya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64992"/>
            <a:ext cx="4389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4ABEEB"/>
                </a:solidFill>
                <a:latin typeface="Aptos"/>
                <a:hlinkClick r:id="rId3"/>
              </a:rPr>
              <a:t>github.com/LasyaPriyaSrirangam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